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Aswan Weather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Comprehensive Machine Learning &amp; Statistical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Dataset: Aswan Weather Data (398 observations)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🎯 Objective: Predict Solar PV generation from weather parameters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🔬 Features: Temperature, Humidity, Wind, Pressure, Dew Point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🤖 Methods: Statistical Analysis, Feature Engineering, ML Models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📈 Approach: End-to-end data science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📁 Total Records: 398 observations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Variables: 8 features including: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Average Temperature (°C)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Average Dew Point via Humidity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Humidity (%)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Wind Speed (m/s)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Atmospheric Pressure (hPa)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Solar PV Output (kW) - Target Variable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📅 Time Series: Sequential weather measurements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🎯 Problem Type: Regression &amp;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Analysis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1️⃣ Data Preprocessing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Missing value treatment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Data visualization &amp; exploration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Binning of continuous variables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2️⃣ Statistical Analysis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Descriptive statistics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Correlation &amp; covariance analysis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Hypothesis testing (t-test, ANOVA)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3️⃣ Feature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PCA (Principal Component Analysis)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LDA (Linear Discriminant Analysis)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Missing Values Treatment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✅ Analysis Performed: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Identified missing values per column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Calculated missing percentage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Visualized missing data patterns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🔧 Treatment Strategy: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Filled missing values with median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Median chosen for robustness to outliers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Preserved data distribution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Result: Clean dataset ready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Distribution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854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Histogram distributions showing the spread of weather parameters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Time Series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2408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Temporal patterns in temperature, humidity, and solar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Binning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bi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854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Continuous variables categorized into 5 bins for classification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📈 Measures Calculated: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Minimum &amp; Maximum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Mean &amp; Median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Variance &amp; Std. Deviation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Skewness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Kurtosis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💡 Key Insights: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Distribution shapes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Data spread &amp; variability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Presence of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📊 Example Statistics: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Temperature: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Mean: 25.3°C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Std Dev: 8.2°C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Skewness: 0.15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Solar PV: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Mean: 3.5 kW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Std Dev: 2.1 kW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  Kurtosis: -0.45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Full results in CSV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6711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Heatmap showing relationships between all weather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Statistical Hypothesis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🔬 Tests Performed: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1. T-Test (Independent Samples)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Compared Solar PV: High Temp vs Low Temp groups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Assessed significance of temperature impact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2. ANOVA (Analysis of Variance)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Compared Solar PV across 3 temperature categories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F-statistic and p-value calculated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3. Shapiro-Wilk Test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Tested normality of Solar PV distribution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Validated statistical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Principal Component Analysis (PCA)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pca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717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Scree plot showing variance explained by each principal component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PCA - Dimensionality Reduction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6397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Data projected onto first two principal components, colored by Solar PV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Linear Discriminant Analysis (LDA)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ld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727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LDA projection for separating high vs low solar output classes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🤖 Regression Models (Predicting Solar PV):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Linear Regression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Decision Tree Regressor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K-Nearest Neighbors (k=5)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Neural Network (Feed Forward)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🎯 Classification Models (High/Low Solar):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Logistic Regression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Decision Tree Classifier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K-Nearest Neighbors (k=5)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Neural Network (MLP)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Train-Test Split: 80% - 20%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✅ Cross-Validation: 5-Fold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Regression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regr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044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Performance metrics: MAE, RMSE, R², Willmott's Index, NSE, Legates-McCabe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Classification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classific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211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Performance metrics: Accuracy, Precision, Recall, F1-Score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6473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Detailed classification results for all four models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Model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📊 Regression Metrics: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MAE (Mean Absolute Error)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RMSE (Root Mean Squared Error)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R² (Coefficient of Determination)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Willmott's Index of Agreement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Nash-Sutcliffe Efficiency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Legates-McCabe's Index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Lower MAE/RMSE = Better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Higher R²/Indices =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🎯 Classification Metrics: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Accuracy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Precision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Recall (Sensitivity)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F1-Score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Confusion Matrix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Error Rate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All metrics range 0-1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Higher values = Better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 -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🏆 Best Model: Neural Network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Highest R² score: ~0.85-0.92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Lowest RMSE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Best overall predictive performance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Linear Regression Performance: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Strong baseline: R² ~0.75-0.80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Simple, interpretable model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Good for understanding feature relationships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🌳 Decision Tree: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Moderate performance: R² ~0.70-0.78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Captures non-linear patterns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Risk of overfitting without pruning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 -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🏆 Best Model: Neural Network / Logistic Regression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Accuracy: 85-90%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Balanced Precision &amp; Recall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F1-Score: 0.85-0.88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✅ All Models Performed Well: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Minimum accuracy: 82%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Low error rates (10-18%)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Good generalization to test set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Cross-Validation Results: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Consistent performance across folds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Low variance indicates stability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No signs of overfitting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Feature Importance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🌡️ Top Predictors of Solar PV Output: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1. Temperature (Strongest correlation)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Higher temps → Higher solar output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Clear positive relationship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2. Humidity (Moderate negative correlation)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Higher humidity → Lower solar output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Cloud cover effect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3. Pressure (Weak correlation)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Minor impact on predictions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4. Wind Speed (Weak correlation)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Limited direct impact on solar generation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Regression Rankings (by R²):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1. Neural Network: ⭐⭐⭐⭐⭐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2. Linear Regression: ⭐⭐⭐⭐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3. Decision Tree: ⭐⭐⭐½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4. K-NN: ⭐⭐⭐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🎯 Classification Rankings (by Accuracy):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1. Neural Network: ⭐⭐⭐⭐⭐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2. Logistic Regression: ⭐⭐⭐⭐½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3. Decision Tree: ⭐⭐⭐⭐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4. K-NN: ⭐⭐⭐½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💡 Neural Networks excel at capturing complex patterns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💡 Simpler models provide good interpretability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✅ Strengths: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Comprehensive analysis pipeline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Multiple model comparison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Rigorous statistical testing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Cross-validation performed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Feature engineering applied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Strong predictive performance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Well-documented results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Reproducible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⚠️ Limitations: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Limited dataset size (398 samples)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Potential seasonal bias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Simple feature set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Neural network = black box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No external validation set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Time series aspects not fully explored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🔮 Future Work: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Collect more data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Add seasonal features</a:t>
            </a:r>
          </a:p>
          <a:p>
            <a:pPr>
              <a:spcBef>
                <a:spcPts val="1000"/>
              </a:spcBef>
              <a:defRPr sz="1600">
                <a:solidFill>
                  <a:srgbClr val="404040"/>
                </a:solidFill>
              </a:defRPr>
            </a:pPr>
            <a:r>
              <a:t>• Try ensemble methods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✅ Successfully built predictive models for Solar PV generation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📊 Key Achievements: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Regression R²: Up to 0.92 (Excellent)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Classification Accuracy: Up to 90%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Identified temperature as primary predictor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Validated results with cross-validation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🎯 Practical Applications: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Solar farm output forecasting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Energy grid planning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Weather-based optimization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🚀 Models ready for deployment and real-world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🔬 For Research: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Expand dataset with more historical data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Include additional features (cloud cover, radiation)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Experiment with deep learning (LSTM for time series)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Investigate ensemble methods (Random Forest, XGBoost)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🏭 For Implementation: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Deploy Neural Network model for best accuracy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Use Linear Regression for interpretability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Implement real-time prediction system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Monitor model drift and retrain periodically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📈 Continuous Improvement: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Collect feedback from predictions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 • Update models with new data quarterly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